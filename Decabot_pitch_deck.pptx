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58" r:id="rId5"/>
    <p:sldId id="260" r:id="rId6"/>
    <p:sldId id="263" r:id="rId7"/>
    <p:sldId id="261" r:id="rId8"/>
    <p:sldId id="262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2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2562" b="12562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92860" y="2334155"/>
            <a:ext cx="6705600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7000" b="1" kern="0" spc="-76" dirty="0">
                <a:solidFill>
                  <a:srgbClr val="201E1D"/>
                </a:solidFill>
                <a:latin typeface="Bowlby One SC" panose="02000505060000020004" pitchFamily="2" charset="0"/>
                <a:ea typeface="Black Han Sans" pitchFamily="2" charset="-127"/>
                <a:cs typeface="Arial" pitchFamily="34" charset="-120"/>
              </a:rPr>
              <a:t>Decabot</a:t>
            </a:r>
            <a:endParaRPr lang="en-US" sz="7000" dirty="0">
              <a:latin typeface="Bowlby One SC" panose="02000505060000020004" pitchFamily="2" charset="0"/>
              <a:ea typeface="Black Han Sans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515600" y="3409117"/>
            <a:ext cx="6705600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56977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concierge de expediciones de Decathlon.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492860" y="3988497"/>
            <a:ext cx="70408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656"/>
              </a:lnSpc>
              <a:buNone/>
            </a:pPr>
            <a:r>
              <a:rPr lang="en-US" sz="3150" i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sueñas. Decabot empaca.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3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comercio agéntico ya llegó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371600" y="2990493"/>
            <a:ext cx="536448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US$3–5T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3475077"/>
            <a:ext cx="373666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proyectado del comercio agéntico global para 2030 · McKinsey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705600" y="2990493"/>
            <a:ext cx="536448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705600" y="3475077"/>
            <a:ext cx="373666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conversión con recomendaciones de IA vs. búsqueda tradicional · McKinsey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39600" y="2990493"/>
            <a:ext cx="536448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039600" y="3475077"/>
            <a:ext cx="373666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conversión en tráfico referido por agentes de IA · Adobe Analytics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930021"/>
            <a:ext cx="170992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base para escalarlo ya existe dentro de Decathlon: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" y="5551051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€16.8B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371600" y="6035636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 2025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2100" y="5551051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372100" y="6035636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vendidos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72600" y="5551051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372600" y="6035636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venta ya es digital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73100" y="5551051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373100" y="6035636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tiendas en 82 países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3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mercado outdoor que ya está en expansión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245870" y="3474839"/>
            <a:ext cx="3927038" cy="1194435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3349109"/>
            <a:ext cx="4043136" cy="1470660"/>
          </a:xfrm>
          <a:prstGeom prst="rect">
            <a:avLst/>
          </a:prstGeom>
          <a:noFill/>
          <a:ln/>
          <a:effectLst>
            <a:outerShdw blurRad="101600" dist="45922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371600" y="3600569"/>
            <a:ext cx="404313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423954" y="3614020"/>
            <a:ext cx="404313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1353755" y="3563728"/>
            <a:ext cx="404313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5428179" y="3829169"/>
            <a:ext cx="536496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42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143744" y="3474839"/>
            <a:ext cx="3946922" cy="1194435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9474" y="3349109"/>
            <a:ext cx="4065008" cy="1470660"/>
          </a:xfrm>
          <a:prstGeom prst="rect">
            <a:avLst/>
          </a:prstGeom>
          <a:noFill/>
          <a:ln/>
          <a:effectLst>
            <a:outerShdw blurRad="101600" dist="45922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6269474" y="3600569"/>
            <a:ext cx="406500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2" name="Text 10"/>
          <p:cNvSpPr/>
          <p:nvPr/>
        </p:nvSpPr>
        <p:spPr>
          <a:xfrm>
            <a:off x="6321828" y="3614020"/>
            <a:ext cx="406500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3" name="Text 11"/>
          <p:cNvSpPr/>
          <p:nvPr/>
        </p:nvSpPr>
        <p:spPr>
          <a:xfrm>
            <a:off x="6251629" y="3563728"/>
            <a:ext cx="406500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4" name="Text 12"/>
          <p:cNvSpPr/>
          <p:nvPr/>
        </p:nvSpPr>
        <p:spPr>
          <a:xfrm>
            <a:off x="1371600" y="5512237"/>
            <a:ext cx="11971985" cy="210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lnSpc>
                <a:spcPct val="173077"/>
              </a:lnSpc>
              <a:buNone/>
            </a:pPr>
            <a:r>
              <a:rPr lang="en-US" sz="202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global de equipo outdoor, 2026 → 2035 · +5.4% anual · Global Growth Insights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371600" y="6617494"/>
            <a:ext cx="2862024" cy="589598"/>
          </a:xfrm>
          <a:prstGeom prst="roundRect">
            <a:avLst>
              <a:gd name="adj" fmla="val 2423"/>
            </a:avLst>
          </a:prstGeom>
          <a:solidFill>
            <a:srgbClr val="E9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62100" y="6712744"/>
            <a:ext cx="2566885" cy="437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39" dirty="0">
                <a:solidFill>
                  <a:srgbClr val="004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Trekking &amp; camping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424124" y="6617494"/>
            <a:ext cx="1450419" cy="589598"/>
          </a:xfrm>
          <a:prstGeom prst="roundRect">
            <a:avLst>
              <a:gd name="adj" fmla="val 2423"/>
            </a:avLst>
          </a:prstGeom>
          <a:solidFill>
            <a:srgbClr val="FF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4624" y="6712744"/>
            <a:ext cx="1145619" cy="437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39" dirty="0">
                <a:solidFill>
                  <a:srgbClr val="790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Ciclismo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065044" y="6617494"/>
            <a:ext cx="1452086" cy="589598"/>
          </a:xfrm>
          <a:prstGeom prst="roundRect">
            <a:avLst>
              <a:gd name="adj" fmla="val 2423"/>
            </a:avLst>
          </a:prstGeom>
          <a:ln w="7620">
            <a:solidFill>
              <a:srgbClr val="008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164" y="6720364"/>
            <a:ext cx="1132046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39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9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0361" r="20361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8978" y="1623536"/>
            <a:ext cx="6278880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pierde una venta de expedición hoy</a:t>
            </a:r>
            <a:endParaRPr lang="en-US" sz="5100" dirty="0"/>
          </a:p>
        </p:txBody>
      </p:sp>
      <p:sp>
        <p:nvSpPr>
          <p:cNvPr id="6" name="Shape 3"/>
          <p:cNvSpPr/>
          <p:nvPr/>
        </p:nvSpPr>
        <p:spPr>
          <a:xfrm>
            <a:off x="1284803" y="4446746"/>
            <a:ext cx="2133243" cy="82510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4358283"/>
            <a:ext cx="2155615" cy="1028700"/>
          </a:xfrm>
          <a:prstGeom prst="rect">
            <a:avLst/>
          </a:prstGeom>
          <a:noFill/>
          <a:ln/>
          <a:effectLst>
            <a:outerShdw blurRad="101600" dist="31728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371600" y="4533543"/>
            <a:ext cx="2155615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9" name="Text 6"/>
          <p:cNvSpPr/>
          <p:nvPr/>
        </p:nvSpPr>
        <p:spPr>
          <a:xfrm>
            <a:off x="1407772" y="4542836"/>
            <a:ext cx="2155615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10" name="Text 7"/>
          <p:cNvSpPr/>
          <p:nvPr/>
        </p:nvSpPr>
        <p:spPr>
          <a:xfrm>
            <a:off x="1359271" y="4508088"/>
            <a:ext cx="2155615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11" name="Text 8"/>
          <p:cNvSpPr/>
          <p:nvPr/>
        </p:nvSpPr>
        <p:spPr>
          <a:xfrm>
            <a:off x="1371600" y="5442228"/>
            <a:ext cx="323840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 armando el kit de una expedición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284803" y="6417945"/>
            <a:ext cx="2154912" cy="82510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71600" y="6329482"/>
            <a:ext cx="2179451" cy="1028700"/>
          </a:xfrm>
          <a:prstGeom prst="rect">
            <a:avLst/>
          </a:prstGeom>
          <a:noFill/>
          <a:ln/>
          <a:effectLst>
            <a:outerShdw blurRad="101600" dist="31728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4" name="Text 11"/>
          <p:cNvSpPr/>
          <p:nvPr/>
        </p:nvSpPr>
        <p:spPr>
          <a:xfrm>
            <a:off x="1371600" y="6504742"/>
            <a:ext cx="2179451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5" name="Text 12"/>
          <p:cNvSpPr/>
          <p:nvPr/>
        </p:nvSpPr>
        <p:spPr>
          <a:xfrm>
            <a:off x="1407772" y="6514035"/>
            <a:ext cx="2179451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1359271" y="6479288"/>
            <a:ext cx="2179451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7" name="Text 14"/>
          <p:cNvSpPr/>
          <p:nvPr/>
        </p:nvSpPr>
        <p:spPr>
          <a:xfrm>
            <a:off x="1371600" y="7413427"/>
            <a:ext cx="323840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carritos abandonados en e-commerce global</a:t>
            </a:r>
            <a:endParaRPr lang="en-US" sz="19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0361" r="20361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92860" y="1623536"/>
            <a:ext cx="6278880" cy="1243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 kit real. Un carrito.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0492860" y="3319267"/>
            <a:ext cx="4819650" cy="30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7459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10492860" y="3682527"/>
            <a:ext cx="4512945" cy="662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 condiciones reales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492860" y="4401902"/>
            <a:ext cx="451294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Clima, altitud y riesgos de tu expedición.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492860" y="5464416"/>
            <a:ext cx="4819650" cy="30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7459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10492860" y="5827676"/>
            <a:ext cx="481965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tu kit completo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492860" y="6152716"/>
            <a:ext cx="451294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Productos, tallas y precios del catálogo real.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92860" y="7215230"/>
            <a:ext cx="4819650" cy="30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7459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10492860" y="7578490"/>
            <a:ext cx="481965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tu carrito real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0515600" y="7901864"/>
            <a:ext cx="451294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de decathlon.com, listo para pagar.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515600" y="8807529"/>
            <a:ext cx="56388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2432"/>
              </a:lnSpc>
              <a:buNone/>
            </a:pPr>
            <a:r>
              <a:rPr lang="en-US" sz="2400" i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menos de 2 minutos.</a:t>
            </a:r>
            <a:endParaRPr lang="en-US" sz="2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878DBF-1CA4-EF50-C2FA-F104D011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24" y="3151028"/>
            <a:ext cx="4938786" cy="39757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6AAE25-BD23-41B5-AAE4-1DA5898C2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81444" y="2360830"/>
            <a:ext cx="0" cy="5565341"/>
          </a:xfrm>
          <a:prstGeom prst="line">
            <a:avLst/>
          </a:prstGeom>
          <a:ln w="19050">
            <a:solidFill>
              <a:srgbClr val="5EC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CEB4528-1FF6-D478-CDB2-163246A7A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14" y="3005209"/>
            <a:ext cx="9276870" cy="4267361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803577E5-DC38-61B5-1585-DAD394306582}"/>
              </a:ext>
            </a:extLst>
          </p:cNvPr>
          <p:cNvSpPr/>
          <p:nvPr/>
        </p:nvSpPr>
        <p:spPr>
          <a:xfrm>
            <a:off x="1673423" y="1612236"/>
            <a:ext cx="11432969" cy="1243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s-CO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C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ómo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implementamos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tu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landing</a:t>
            </a:r>
            <a:endParaRPr lang="en-US" sz="5100" dirty="0"/>
          </a:p>
        </p:txBody>
      </p:sp>
    </p:spTree>
    <p:extLst>
      <p:ext uri="{BB962C8B-B14F-4D97-AF65-F5344CB8AC3E}">
        <p14:creationId xmlns:p14="http://schemas.microsoft.com/office/powerpoint/2010/main" val="232708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0361" r="20361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8978" y="1623536"/>
            <a:ext cx="6278880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 real, no un chatbot sobre un scraper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371600" y="4533543"/>
            <a:ext cx="670560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2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oficial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371600" y="4820483"/>
            <a:ext cx="6278880" cy="526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 sobre agents.md y UCP, la puerta que Decathlon abrió a agentes.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71600" y="5727025"/>
            <a:ext cx="670560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2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alucinaciones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371600" y="6013966"/>
            <a:ext cx="6278880" cy="526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Tallas y stock verificados en vivo; si no hay producto, Decabot lo dice.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71600" y="6920508"/>
            <a:ext cx="670560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2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real, no una demo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371600" y="7207448"/>
            <a:ext cx="6278880" cy="526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link de decathlon.com que cualquiera abre y comprueba en su celular.</a:t>
            </a:r>
            <a:endParaRPr lang="en-US" sz="1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2562" b="12562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92860" y="1623536"/>
            <a:ext cx="6705600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solo sueñas.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0630583" y="2207355"/>
            <a:ext cx="6705600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56977"/>
              </a:lnSpc>
              <a:buNone/>
            </a:pPr>
            <a:r>
              <a:rPr lang="en-US" sz="2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Decabot empaca</a:t>
            </a:r>
            <a:r>
              <a:rPr lang="en-US" sz="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" dirty="0"/>
          </a:p>
        </p:txBody>
      </p:sp>
      <p:sp>
        <p:nvSpPr>
          <p:cNvPr id="7" name="Text 4"/>
          <p:cNvSpPr/>
          <p:nvPr/>
        </p:nvSpPr>
        <p:spPr>
          <a:xfrm>
            <a:off x="10492860" y="4095452"/>
            <a:ext cx="659282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656"/>
              </a:lnSpc>
              <a:buNone/>
            </a:pPr>
            <a:r>
              <a:rPr lang="en-US" sz="3150" i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Abran el carrito en su propio celular. Es real.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5CC21A-3A60-1991-B916-5FD37AB14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3122" y="5484293"/>
            <a:ext cx="2891384" cy="2867035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F624998F-9EB8-2AD2-E751-03F4A52A5F19}"/>
              </a:ext>
            </a:extLst>
          </p:cNvPr>
          <p:cNvSpPr/>
          <p:nvPr/>
        </p:nvSpPr>
        <p:spPr>
          <a:xfrm>
            <a:off x="11188832" y="8528232"/>
            <a:ext cx="659282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656"/>
              </a:lnSpc>
              <a:buNone/>
            </a:pPr>
            <a:r>
              <a:rPr lang="es-CO" sz="3150" i="1" dirty="0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D</a:t>
            </a:r>
            <a:r>
              <a:rPr lang="en-US" sz="3150" i="1" dirty="0" err="1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ecathlon</a:t>
            </a:r>
            <a:r>
              <a:rPr lang="en-US" sz="3150" i="1" dirty="0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! </a:t>
            </a:r>
            <a:r>
              <a:rPr lang="en-US" sz="3150" i="1" dirty="0" err="1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Escanéame</a:t>
            </a:r>
            <a:r>
              <a:rPr lang="en-US" sz="3150" i="1" dirty="0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!</a:t>
            </a:r>
            <a:endParaRPr lang="en-US" sz="3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343</Words>
  <Application>Microsoft Office PowerPoint</Application>
  <PresentationFormat>Personalizado</PresentationFormat>
  <Paragraphs>74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Bowlby One SC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Juliana Toro Rojas</cp:lastModifiedBy>
  <cp:revision>2</cp:revision>
  <dcterms:created xsi:type="dcterms:W3CDTF">2026-07-25T16:26:41Z</dcterms:created>
  <dcterms:modified xsi:type="dcterms:W3CDTF">2026-07-25T16:42:51Z</dcterms:modified>
</cp:coreProperties>
</file>